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  <p:sldId id="265" r:id="rId11"/>
    <p:sldId id="266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7BBD3517-97D2-4078-9923-7560A15F4C93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4538ADE-E074-4F92-A615-C22E2D581260}" type="slidenum">
              <a:rPr lang="en-US" sz="1400" b="0" strike="noStrike" spc="-1">
                <a:latin typeface="Times New Roman"/>
              </a:rPr>
              <a:t>1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Name of the faculty [Group: G00] [Sem:2nd]</a:t>
            </a:r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0;p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Google Shape;11;p1"/>
          <p:cNvSpPr/>
          <p:nvPr/>
        </p:nvSpPr>
        <p:spPr>
          <a:xfrm rot="10800000" flipH="1">
            <a:off x="360" y="6705000"/>
            <a:ext cx="9143280" cy="19728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Google Shape;12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pic>
        <p:nvPicPr>
          <p:cNvPr id="3" name="Google Shape;13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4" name="Google Shape;14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5" name="Google Shape;15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Google Shape;16;p1" descr="LOGO.gif"/>
            <p:cNvPicPr/>
            <p:nvPr/>
          </p:nvPicPr>
          <p:blipFill>
            <a:blip r:embed="rId14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Google Shape;17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8" name="Google Shape;18;p1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9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10" name="Google Shape;20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" name="Google Shape;21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Google Shape;22;p1" descr="LOGO.gif"/>
            <p:cNvPicPr/>
            <p:nvPr/>
          </p:nvPicPr>
          <p:blipFill>
            <a:blip r:embed="rId14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Google Shape;23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4" name="Google Shape;24;p1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84;p14"/>
          <p:cNvSpPr/>
          <p:nvPr/>
        </p:nvSpPr>
        <p:spPr>
          <a:xfrm>
            <a:off x="0" y="1112362"/>
            <a:ext cx="9143640" cy="54493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On</a:t>
            </a: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  <a:tabLst>
                <a:tab pos="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AI-Driven Cybersecurity: Threat Detection, Phishing Analysis, and Malware Classification Using Machine Learning and Deep Learning </a:t>
            </a:r>
          </a:p>
          <a:p>
            <a:pPr algn="ctr">
              <a:spcBef>
                <a:spcPts val="400"/>
              </a:spcBef>
              <a:tabLst>
                <a:tab pos="0" algn="l"/>
              </a:tabLst>
            </a:pP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Gurpreet Kaur - 2210991597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Himanshi Aggarwal - 2210991655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Kashish Mahana - 2210990497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Supervised By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Mrs. Swati Goel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Department of Computer Science and Engineering, </a:t>
            </a: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Chitkara University, Punjab</a:t>
            </a: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89;p15"/>
          <p:cNvSpPr/>
          <p:nvPr/>
        </p:nvSpPr>
        <p:spPr>
          <a:xfrm>
            <a:off x="-60386" y="0"/>
            <a:ext cx="3283675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Introduction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61" name="Google Shape;90;p15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CD4AE9B-08B9-4547-A63E-C947AFBBDB7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2" name="Google Shape;91;p15"/>
          <p:cNvSpPr/>
          <p:nvPr/>
        </p:nvSpPr>
        <p:spPr>
          <a:xfrm>
            <a:off x="311081" y="1210121"/>
            <a:ext cx="8521837" cy="50320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Cyberattacks have grown increasingly sophisticated in recent years.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AI in Cybersecurity include: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Email Classification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Identification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signature-based defense systems are proving inadequate against zero-day exploits and polymorphic malware.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models are commonly used for intelligent, real-time threat detection without pre-defined attack signatures.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performance is evaluated using metrics such as Accuracy, Precision, Recall, and F1-Score.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issue in existing research is the lack of a unified framework — most studies address only one threat category in isolation.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also suffer from poor reproducibility, as very few studies release their implementation code publicly.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 focuses on implementing and evaluating three AI-based cybersecurity systems — Real-Time Threat Detection, Phishing Email Detection, and Malware Classification — within a single unified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96;p16"/>
          <p:cNvSpPr/>
          <p:nvPr/>
        </p:nvSpPr>
        <p:spPr>
          <a:xfrm>
            <a:off x="-97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Problem Statement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64" name="Google Shape;97;p16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190D9D3-DCCF-4D23-BF8C-F21768DE136B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5" name="Google Shape;98;p16"/>
          <p:cNvSpPr/>
          <p:nvPr/>
        </p:nvSpPr>
        <p:spPr>
          <a:xfrm flipV="1">
            <a:off x="0" y="1034281"/>
            <a:ext cx="8838360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GB" sz="2000" b="0" strike="noStrike" spc="-1" dirty="0">
              <a:latin typeface="Times New ROman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spc="-1" dirty="0">
              <a:latin typeface="Times New ROman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BF794-25E9-8892-AB30-FC4ADC5801B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6790" y="1354148"/>
            <a:ext cx="847041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benchmark systems assume that attack patterns and defense models are completely separate and up to date.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environments, traditional signature-based systems may already be outdated against new attack variants such as zero-day exploits, polymorphic malware, and socially engineered phishing campaigns.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systems detect threats based on learned patterns, so outdated or incomplete training data can interfere with correct threat classification.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attack variants may bypass detection entirely and replace known threat signatures, causing distorted detection results and misleading security evaluations.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between training and testing becomes difficult to detect because even slightly modified malware or phishing emails can evade detection without being entirely new threats.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cybersecurity studies mainly focus on a single threat category in isolation — either intrusion detection, phishing, or malware — but not on a unified multi-threat framework.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reliable, unified AI-based pipeline is needed to detect, classify, and respond to multiple cyber threat categories within a single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03;p17"/>
          <p:cNvSpPr/>
          <p:nvPr/>
        </p:nvSpPr>
        <p:spPr>
          <a:xfrm>
            <a:off x="-162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Objectives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67" name="Google Shape;104;p17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1B941E0-A7AB-4FAA-B7C3-6E9A86CF48F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8" name="Google Shape;105;p17"/>
          <p:cNvSpPr/>
          <p:nvPr/>
        </p:nvSpPr>
        <p:spPr>
          <a:xfrm>
            <a:off x="0" y="1554466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b="0" strike="noStrike" spc="-1" dirty="0">
              <a:latin typeface="Times New ROman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spc="-1" dirty="0">
              <a:latin typeface="Times New ROman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FC7B8-1F3B-C63F-BE63-8B5B60A01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56" y="1094897"/>
            <a:ext cx="6876934" cy="52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evaluate AI-based cybersecurity systems for real-world threat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threat categories using established datasets such as NSL-KDD and phishing email corpora.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unified three-module detection pipeline covering threat detection, phishing classification, and malware identification.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 and analyze multiple attack types including zero-day exploits, polymorphic malware, and socially engineered phishing campaigns.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effect of behavioral deviation scoring on real-time threat classification accuracy.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metrics such as Accuracy, Precision, Recall, and F1-Score across six threat categories.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AI-based detection with traditional signature-based rule systems.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detection performance across different threat types including Malware, Phishing, Anomaly, Fraud, Bot, and Network Intrusion.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reliability and reproducibility of AI-based cybersecurity evaluation by making all implementations publicly available as open-source code.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76BC8D-C867-5A2E-308F-4F05C94F7F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202890" y="4424161"/>
            <a:ext cx="1800334" cy="1932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10;p18"/>
          <p:cNvSpPr/>
          <p:nvPr/>
        </p:nvSpPr>
        <p:spPr>
          <a:xfrm>
            <a:off x="-144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Related Work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70" name="Google Shape;111;p18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2B9EFEA-C6C7-4798-95FB-F4CB1A736A31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71" name="Google Shape;112;p18"/>
          <p:cNvSpPr/>
          <p:nvPr/>
        </p:nvSpPr>
        <p:spPr>
          <a:xfrm rot="10800000">
            <a:off x="2129456" y="5534280"/>
            <a:ext cx="6690544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E62756-D72F-02EC-4B31-9A34C30D6E0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2045" y="1021466"/>
            <a:ext cx="829132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et al. developed a CNN-LSTM hybrid for cyber intrusion detection and focused mainly on classification accuracy and model architecture.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ANN-Benchmarks and NSL-KDD evaluated AI security systems using Accuracy, Precision, and Recall but assumed clean and complete benchmark datasets.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 and Gupta studied BERT-based phishing classification, while Brown et al. discussed benchmark limitations in large language model evaluation.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phishing and malware detection methods use NLP embeddings and behavioral fingerprinting for threat classification and dataset validation.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previous studies focused 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threat category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and training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accuracy on controlled datasets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limited research focused 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multi-threat detection pipeline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noise and attack variation in retrieval benchmarks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Precision, Recall, and F1-Score across multiple threat categories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 implements and evaluates a unified AI-based cybersecurity pipeline covering Threat Detection, Phishing Classification, and Malware Identification within a single reproducible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17;p19"/>
          <p:cNvSpPr/>
          <p:nvPr/>
        </p:nvSpPr>
        <p:spPr>
          <a:xfrm>
            <a:off x="97200" y="0"/>
            <a:ext cx="65628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System Architecture &amp; Methodology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3" name="Google Shape;118;p19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BE3C5DE-FAB7-4634-93F1-B17898FD3BD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74" name="Google Shape;119;p19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 marL="457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41EE8-B779-D59A-701A-CB8A0D53ED0D}"/>
              </a:ext>
            </a:extLst>
          </p:cNvPr>
          <p:cNvSpPr txBox="1"/>
          <p:nvPr/>
        </p:nvSpPr>
        <p:spPr>
          <a:xfrm>
            <a:off x="277378" y="3505945"/>
            <a:ext cx="392933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threat is flagged if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confidence score s ≥ θ AND deviation δ(p) &gt;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δ_thresh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Deviation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δ(p) = ‖F(p) − B‖ / ‖B‖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Rate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proportion of flagged packets out of total traffic 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Thresholds θ tested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0.70, 0.75, 0.80, 0.85, 0.90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96A4B-706E-C987-D919-2717F2E65A01}"/>
              </a:ext>
            </a:extLst>
          </p:cNvPr>
          <p:cNvSpPr txBox="1"/>
          <p:nvPr/>
        </p:nvSpPr>
        <p:spPr>
          <a:xfrm>
            <a:off x="4712688" y="3472392"/>
            <a:ext cx="3929332" cy="180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lang="nb-N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Types</a:t>
            </a:r>
            <a:r>
              <a:rPr lang="nb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Random Forest, LSTM, BERT, DNN</a:t>
            </a: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Static + Dynamic feature fusion</a:t>
            </a: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Contamination Levels tested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Benign, Low-noise, High-noise traffic</a:t>
            </a: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experimental runs with fixed random seeds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0012E-050B-D7C1-5883-FD9C34A92150}"/>
              </a:ext>
            </a:extLst>
          </p:cNvPr>
          <p:cNvSpPr txBox="1"/>
          <p:nvPr/>
        </p:nvSpPr>
        <p:spPr>
          <a:xfrm>
            <a:off x="4712688" y="3135829"/>
            <a:ext cx="493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FAISS Index Configuration</a:t>
            </a:r>
            <a:endParaRPr lang="en-IN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998C9-0A38-B9E0-6E6E-AFAB1B586408}"/>
              </a:ext>
            </a:extLst>
          </p:cNvPr>
          <p:cNvSpPr txBox="1"/>
          <p:nvPr/>
        </p:nvSpPr>
        <p:spPr>
          <a:xfrm>
            <a:off x="324000" y="5949332"/>
            <a:ext cx="800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and evaluate a unified AI-based pipeline that detects multiple cyber threat categories in real time with measurable improvement over traditional signature-based systems.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254D6-22DB-1FBC-6F44-D95D8DCF2647}"/>
              </a:ext>
            </a:extLst>
          </p:cNvPr>
          <p:cNvSpPr txBox="1"/>
          <p:nvPr/>
        </p:nvSpPr>
        <p:spPr>
          <a:xfrm>
            <a:off x="324000" y="5580000"/>
            <a:ext cx="493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Methodology Goal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AD019-75EE-F4BE-1678-B3DC0A8EBE89}"/>
              </a:ext>
            </a:extLst>
          </p:cNvPr>
          <p:cNvSpPr txBox="1"/>
          <p:nvPr/>
        </p:nvSpPr>
        <p:spPr>
          <a:xfrm>
            <a:off x="246362" y="3107430"/>
            <a:ext cx="3454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Formal Definition of Leakage</a:t>
            </a:r>
            <a:endParaRPr lang="en-IN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C2C57-AEA9-13F2-2739-85AAD02EB03F}"/>
              </a:ext>
            </a:extLst>
          </p:cNvPr>
          <p:cNvSpPr/>
          <p:nvPr/>
        </p:nvSpPr>
        <p:spPr>
          <a:xfrm>
            <a:off x="76692" y="1295019"/>
            <a:ext cx="1702033" cy="1443079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Calibri"/>
                <a:ea typeface="Calibri"/>
              </a:rPr>
              <a:t>1.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Dataset</a:t>
            </a:r>
            <a:endParaRPr lang="en-IN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Preparation</a:t>
            </a:r>
            <a:endParaRPr lang="en-US" sz="1200" b="1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NSL-KDD</a:t>
            </a:r>
            <a:r>
              <a:rPr lang="en-US" sz="1200" dirty="0"/>
              <a:t> Dataset &amp; Phishing Emails CSV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52BA45-051B-6C8C-15B0-FC764AE0C4A9}"/>
              </a:ext>
            </a:extLst>
          </p:cNvPr>
          <p:cNvSpPr/>
          <p:nvPr/>
        </p:nvSpPr>
        <p:spPr>
          <a:xfrm>
            <a:off x="1930726" y="1287715"/>
            <a:ext cx="1805551" cy="144307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b="1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2.</a:t>
            </a:r>
          </a:p>
          <a:p>
            <a:pPr algn="ctr">
              <a:tabLst>
                <a:tab pos="0" algn="l"/>
              </a:tabLst>
              <a:defRPr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Feature Engineering Min-Max Normalization &amp; PCA Reduction </a:t>
            </a:r>
            <a:r>
              <a:rPr lang="en-IN" sz="1200" dirty="0"/>
              <a:t>(95% var)</a:t>
            </a:r>
            <a:endParaRPr lang="en-US" sz="1200" b="1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756624-D829-890E-9489-B8266DC02F9B}"/>
              </a:ext>
            </a:extLst>
          </p:cNvPr>
          <p:cNvSpPr/>
          <p:nvPr/>
        </p:nvSpPr>
        <p:spPr>
          <a:xfrm>
            <a:off x="3853045" y="1279528"/>
            <a:ext cx="1611402" cy="1443077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4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Random Forest / LSTM &amp; BERT / DNN</a:t>
            </a:r>
            <a:endParaRPr lang="en-US" sz="1200" b="1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72E3BA-DFC5-3FC8-D7E1-421F43DC8EBE}"/>
              </a:ext>
            </a:extLst>
          </p:cNvPr>
          <p:cNvSpPr/>
          <p:nvPr/>
        </p:nvSpPr>
        <p:spPr>
          <a:xfrm>
            <a:off x="5590311" y="1278000"/>
            <a:ext cx="1611402" cy="1452793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Baseline</a:t>
            </a:r>
            <a:endParaRPr lang="en-US" sz="1200" b="1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IN" sz="1200" dirty="0"/>
              <a:t>ML Classification</a:t>
            </a:r>
            <a:endParaRPr lang="en-IN" sz="1200" spc="-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DC59B9-16A5-03E9-6108-7AE07B81D8C4}"/>
              </a:ext>
            </a:extLst>
          </p:cNvPr>
          <p:cNvSpPr/>
          <p:nvPr/>
        </p:nvSpPr>
        <p:spPr>
          <a:xfrm>
            <a:off x="7327577" y="1258043"/>
            <a:ext cx="1697358" cy="148005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Metrics Accuracy, Precision Recall &amp; F1-Score</a:t>
            </a:r>
            <a:endParaRPr lang="en-IN" sz="12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31;p21"/>
          <p:cNvSpPr/>
          <p:nvPr/>
        </p:nvSpPr>
        <p:spPr>
          <a:xfrm>
            <a:off x="-7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Results &amp; Discussion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9" name="Google Shape;132;p21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318B554-8C28-4C18-B83B-D4791DD0280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0" name="Google Shape;133;p21"/>
          <p:cNvSpPr/>
          <p:nvPr/>
        </p:nvSpPr>
        <p:spPr>
          <a:xfrm>
            <a:off x="161640" y="1080000"/>
            <a:ext cx="8982360" cy="50275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6EE81-C698-3D70-881C-D76E6019D341}"/>
              </a:ext>
            </a:extLst>
          </p:cNvPr>
          <p:cNvSpPr txBox="1"/>
          <p:nvPr/>
        </p:nvSpPr>
        <p:spPr>
          <a:xfrm>
            <a:off x="5100667" y="1033408"/>
            <a:ext cx="251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BD24A-FA86-F34E-D3D8-26FA840B6BDD}"/>
              </a:ext>
            </a:extLst>
          </p:cNvPr>
          <p:cNvSpPr txBox="1"/>
          <p:nvPr/>
        </p:nvSpPr>
        <p:spPr>
          <a:xfrm>
            <a:off x="5188569" y="1402740"/>
            <a:ext cx="3881693" cy="5045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Detection achieves the highest accuracy at 95.2% with 96.1% Precision and 94.8% Recall (DNN + static/dynamic features).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Detection accuracy drops at 91.4% — BERT-based NLP pipeline performs especially well on homograph domain attacks.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and Intrusion Detection is the most sensitive diagnostic category, showing the widest gap between Precision and Recall.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records 93.1% accuracy and 94.7% Precision across transaction-level classification.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systems are far more robust than traditional signature-based systems across all six threat categories.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behavioral patterns — not dataset size — are the primary driver of detection performance improvement.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pipeline produces very few false positives on clean benchmark traffic due to dual-threshold scoring.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BBB728-ACEF-522C-FE68-85250353BE1C}"/>
              </a:ext>
            </a:extLst>
          </p:cNvPr>
          <p:cNvSpPr/>
          <p:nvPr/>
        </p:nvSpPr>
        <p:spPr>
          <a:xfrm>
            <a:off x="264124" y="4782494"/>
            <a:ext cx="1568162" cy="104209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95.2%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Malware Detection Accuracy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0A2AB2-F852-D3A8-7F2D-AE7EA4E558ED}"/>
              </a:ext>
            </a:extLst>
          </p:cNvPr>
          <p:cNvSpPr/>
          <p:nvPr/>
        </p:nvSpPr>
        <p:spPr>
          <a:xfrm>
            <a:off x="1969706" y="4782494"/>
            <a:ext cx="1528136" cy="104209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91.4%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Phishing Detection Accuracy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B7DB3F-108F-5587-46EA-FAE1EC2908E1}"/>
              </a:ext>
            </a:extLst>
          </p:cNvPr>
          <p:cNvSpPr/>
          <p:nvPr/>
        </p:nvSpPr>
        <p:spPr>
          <a:xfrm>
            <a:off x="3635262" y="4782494"/>
            <a:ext cx="1553307" cy="104209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85.0%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Intrusion Accuracy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52F010-1D94-A5FB-77F9-A9DBD380F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94" y="1380803"/>
            <a:ext cx="4579720" cy="2780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38;p22"/>
          <p:cNvSpPr/>
          <p:nvPr/>
        </p:nvSpPr>
        <p:spPr>
          <a:xfrm>
            <a:off x="-36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Conclusion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82" name="Google Shape;139;p22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996944B2-46A7-46EA-9AA4-18E071D145B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3" name="Google Shape;140;p22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9000"/>
          </a:bodyPr>
          <a:lstStyle/>
          <a:p>
            <a:endParaRPr lang="en-GB" sz="2000" dirty="0"/>
          </a:p>
          <a:p>
            <a:endParaRPr lang="en-GB" sz="2000" dirty="0"/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0CCED-7990-E0B1-2C8E-82A05F72EC41}"/>
              </a:ext>
            </a:extLst>
          </p:cNvPr>
          <p:cNvSpPr txBox="1"/>
          <p:nvPr/>
        </p:nvSpPr>
        <p:spPr>
          <a:xfrm>
            <a:off x="5748710" y="1278000"/>
            <a:ext cx="3295529" cy="4491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implemented and evaluated AI-based cybersecurity systems across multiple threat detection domains.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behavioral deviation scoring combined with machine learning-based classification pipeline was proposed.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showed that AI-based detection significantly outperforms traditional signature-based systems across all six threat categories.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Detection was found to be the highest performing category with 95.2% accuracy, supported by static and dynamic feature fusion.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patterns and semantic content understanding, rather than rule-based signatures, were identified as the main drivers of detection improvement.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37EA10-E455-ADE5-3695-424E7B0CCA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39" y="876343"/>
            <a:ext cx="5615371" cy="35257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21CDDB-9392-47EA-028B-F2DC8A90B50E}"/>
              </a:ext>
            </a:extLst>
          </p:cNvPr>
          <p:cNvSpPr txBox="1"/>
          <p:nvPr/>
        </p:nvSpPr>
        <p:spPr>
          <a:xfrm>
            <a:off x="457920" y="4655808"/>
            <a:ext cx="4749800" cy="172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unified pipeline effectively identified and classified threats across Malware, Phishing, Anomaly, Fraud, Bot, and Network Intrusion categories.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implementations are publicly available at github.com/Gurpreet0798/ai-cybersecurity to support reproducibility and further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73D9-7311-4C4D-583B-34EE3633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38;p22">
            <a:extLst>
              <a:ext uri="{FF2B5EF4-FFF2-40B4-BE49-F238E27FC236}">
                <a16:creationId xmlns:a16="http://schemas.microsoft.com/office/drawing/2014/main" id="{0DAD595B-E5BA-FFB9-15EB-6B4032252797}"/>
              </a:ext>
            </a:extLst>
          </p:cNvPr>
          <p:cNvSpPr/>
          <p:nvPr/>
        </p:nvSpPr>
        <p:spPr>
          <a:xfrm>
            <a:off x="-36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Future Work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82" name="Google Shape;139;p22">
            <a:extLst>
              <a:ext uri="{FF2B5EF4-FFF2-40B4-BE49-F238E27FC236}">
                <a16:creationId xmlns:a16="http://schemas.microsoft.com/office/drawing/2014/main" id="{B346AFED-DE49-A9AD-8B72-BC5071202145}"/>
              </a:ext>
            </a:extLst>
          </p:cNvPr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996944B2-46A7-46EA-9AA4-18E071D145B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3" name="Google Shape;140;p22">
            <a:extLst>
              <a:ext uri="{FF2B5EF4-FFF2-40B4-BE49-F238E27FC236}">
                <a16:creationId xmlns:a16="http://schemas.microsoft.com/office/drawing/2014/main" id="{E99D662C-544A-CBA5-CA38-CEC66C88082C}"/>
              </a:ext>
            </a:extLst>
          </p:cNvPr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9000"/>
          </a:bodyPr>
          <a:lstStyle/>
          <a:p>
            <a:endParaRPr lang="en-GB" sz="2000" dirty="0"/>
          </a:p>
          <a:p>
            <a:endParaRPr lang="en-GB" sz="2000" dirty="0"/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74E8262D-2445-FA99-CC5E-8749F71FA22A}"/>
              </a:ext>
            </a:extLst>
          </p:cNvPr>
          <p:cNvSpPr/>
          <p:nvPr/>
        </p:nvSpPr>
        <p:spPr bwMode="auto">
          <a:xfrm>
            <a:off x="1388023" y="1510083"/>
            <a:ext cx="3596495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IN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AC85A-86FA-48E3-A36A-C0420D570B41}"/>
              </a:ext>
            </a:extLst>
          </p:cNvPr>
          <p:cNvSpPr txBox="1"/>
          <p:nvPr/>
        </p:nvSpPr>
        <p:spPr>
          <a:xfrm>
            <a:off x="474775" y="1132205"/>
            <a:ext cx="7852089" cy="52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unified AI-based cybersecurity pipeline on real-world public network datasets such as CICIDS and UNSW-NB15.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detection performance effects on other deep learning architectures like Transformers and Graph Neural Networks.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threat classification behavior in multi-modal detection systems combining network traffic, endpoint logs, and email content simultaneously.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automatic leakage and false positive auditing tools for AI-based cybersecurity benchmark validation.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relationship between feature dimensionality and detection sensitivity across different threat categories.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federated learning approaches to train detection models across distributed organizational datasets without centralizing sensitive network traffic data.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malware classification system to cover emerging threat families including fileless malware, ransomware-as-a-service, and AI-generated attack scripts.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Explainable AI techniques such as SHAP values and LIME explanations to make model decisions auditable and trustworthy for security analysts.</a:t>
            </a:r>
          </a:p>
        </p:txBody>
      </p:sp>
    </p:spTree>
    <p:extLst>
      <p:ext uri="{BB962C8B-B14F-4D97-AF65-F5344CB8AC3E}">
        <p14:creationId xmlns:p14="http://schemas.microsoft.com/office/powerpoint/2010/main" val="3648952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45;p23"/>
          <p:cNvSpPr/>
          <p:nvPr/>
        </p:nvSpPr>
        <p:spPr>
          <a:xfrm>
            <a:off x="-16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85" name="Google Shape;146;p2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6AEA817-3DB3-4E72-BC70-C76CDB960E1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6" name="Google Shape;147;p23"/>
          <p:cNvSpPr/>
          <p:nvPr/>
        </p:nvSpPr>
        <p:spPr>
          <a:xfrm>
            <a:off x="124413" y="3089339"/>
            <a:ext cx="11245731" cy="67039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590ED-5C9A-0FBE-1028-D33513204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907" y="837360"/>
            <a:ext cx="8154186" cy="563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Li et al., "Deep Learning for Cyber Intrusion Detection: A CNN-LSTM Hybrid Approach," IEEE Access, 2022.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Sharma &amp; Gupta, "BERT-Based Phishing Email Classification," J. Inf.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Appl., 2021.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Hadi et al., "IoT Cybersecurity Threats and Detection Mechanisms: A Review," J.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Appl., 2023.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Kaufman et al., "Leakage in Data Mining: Formulation, Detection, and Avoidance," ACM Trans.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Discov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Data, 2012.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Brown et al., "Language Models are Few-Shot Learners,"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Reimers &amp;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"Sentence-BERT: Sentence Embeddings Using Siamese BERT-Networks," EMNLP, 2019.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Zheng et al., "Adversarial Examples Against Deep Neural Network Based Malware Detection," ACM Workshop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2023.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Hu et al., "LSTM-Based Detection of Advanced Persistent Threats in Enterprise Networks," Computers &amp; Security, 2024.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Lavaur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"The Evolution of Federated Learning-Based Intrusion Detection Systems for IoT," IEEE Trans.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Serv. Manag., 2024.</a:t>
            </a:r>
          </a:p>
          <a:p>
            <a:pPr>
              <a:lnSpc>
                <a:spcPct val="200000"/>
              </a:lnSpc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Nataraj et al., "Malware Images: Visualization and Automatic Classification Using CNNs," ACM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VizSec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52;p24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5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Thank You!</a:t>
            </a:r>
            <a:endParaRPr lang="en-IN" sz="54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5400" b="0" strike="noStrike" spc="-1" dirty="0">
              <a:latin typeface="Arial"/>
            </a:endParaRPr>
          </a:p>
        </p:txBody>
      </p:sp>
      <p:sp>
        <p:nvSpPr>
          <p:cNvPr id="88" name="Google Shape;153;p24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E591B86-0DE4-4CDB-9069-19DF117F9FD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11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2BD63949-077D-E0EF-2197-FF675F4D9575}"/>
              </a:ext>
            </a:extLst>
          </p:cNvPr>
          <p:cNvSpPr/>
          <p:nvPr/>
        </p:nvSpPr>
        <p:spPr bwMode="auto">
          <a:xfrm>
            <a:off x="3132050" y="3680028"/>
            <a:ext cx="3027209" cy="4571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1599</Words>
  <Application>Microsoft Office PowerPoint</Application>
  <PresentationFormat>On-screen Show (4:3)</PresentationFormat>
  <Paragraphs>169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Symbol</vt:lpstr>
      <vt:lpstr>Times New ROman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Geetika</dc:creator>
  <dc:description/>
  <cp:lastModifiedBy>Gurpreet Kaur</cp:lastModifiedBy>
  <cp:revision>9</cp:revision>
  <dcterms:modified xsi:type="dcterms:W3CDTF">2026-05-18T02:10:01Z</dcterms:modified>
  <dc:language>en-IN</dc:language>
</cp:coreProperties>
</file>